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AGENCE SECRÈTE — COMMUNICATION CRYPTÉE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</a:t>
            </a:r>
            <a:pPr algn="l" indent="0" marL="0">
              <a:buNone/>
            </a:pPr>
            <a:r>
              <a:rPr lang="en-US" sz="7200" b="1" spc="8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Plateforme de communication sécurisée pour agents infiltrés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Cedric · Ernest · Brennan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2286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CONTEXTE &amp; OBJECTIF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Pourquoi ShadowComm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PROBLÈME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agents infiltrés ont besoin d'un canal de communication sécurisé et chiffré.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737360"/>
            <a:ext cx="265176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 plateforme web avec authentification, chat en temps réel et chiffrement César.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51760" cy="2743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737360"/>
            <a:ext cx="265176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Livrer un prototype fonctionnel : accès sécurisé, messages chiffrés, gestion RGPD.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ÉQUIPE &amp; RÉPARTITION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agents, 3 missions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CEDRIC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HTML/CSS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 Accueil, Inscription, Chat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Thème visuel espionnage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Intégration Frontend ↔ Backend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737360"/>
            <a:ext cx="26517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ERNEST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26974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Authentification (inscription/connexion)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 des sessions Flask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et 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Sécurité mots de passe (bcrypt)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37360"/>
            <a:ext cx="265176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BRENNAN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&amp; BDD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26974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Schéma BDD (users &amp; messages)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SQL d'initialisation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Chiffrement César (encrypt/decrypt)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Suppression RGPD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FONCTIONNALITÉS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que ShadowComm permet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1645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ACCÈS SÉCURISÉ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Inscription avec nom de code unique, mot de passe hashé avec bcrypt, connexion via session Flask.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411480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37360"/>
            <a:ext cx="73152" cy="1645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CHIFFRÉ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chiffrés avec César (clé=3) avant stockage en BDD, déchiffrés automatiquement à l'affichage.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11480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73152" cy="1645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IMMERSIVE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sombre, typographie monospace, thème espionnage cohérent sur toutes les pages.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4114800" cy="16459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108960"/>
            <a:ext cx="73152" cy="1645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RGPD SIMPLIFIÉ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Chaque agent peut supprimer son compte et tous ses messages en un clic.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ARCHITECTURE TECHNIQUE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&amp; organisation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HTML5 sémantique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CSS3 (variables, flexbox)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Jinja2 (héritage templates)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 → index / register / 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737360"/>
            <a:ext cx="2651760" cy="54864"/>
          </a:xfrm>
          <a:prstGeom prst="rect">
            <a:avLst/>
          </a:prstGeom>
          <a:solidFill>
            <a:srgbClr val="0088CC"/>
          </a:solidFill>
          <a:ln w="12700">
            <a:solidFill>
              <a:srgbClr val="008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8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3.13 + Flask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via Blueprints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Flask (auth)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(hashage mdp)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737360"/>
            <a:ext cx="2651760" cy="54864"/>
          </a:xfrm>
          <a:prstGeom prst="rect">
            <a:avLst/>
          </a:prstGeom>
          <a:solidFill>
            <a:srgbClr val="00AA44"/>
          </a:solidFill>
          <a:ln w="12700">
            <a:solidFill>
              <a:srgbClr val="00A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(database.db)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 (ORM)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users + messages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Chiffrement César (clé=3)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CHIFFREMENT CÉSAR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 on protège les messages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Principe : décalage fixe de chaque lettre de l'alphabet (clé = 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8229600" cy="146304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CLAIR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"RENDEZ-VOUS A MINUIT"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6576" cy="1188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CHIFFRÉ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"UHQGH]-YRXV D PLQXLW"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1031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SAISIE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L'agent écrit son message en clair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749040"/>
            <a:ext cx="21031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CHIFFREMENT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3464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caesar_encrypt() applique le décalage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608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3749040"/>
            <a:ext cx="21031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2064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chiffré enregistré en BDD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50608" y="4114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3749040"/>
            <a:ext cx="210312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AFFICHAGE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06640" y="4114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caesar_decrypt() restitue le message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MÉTHODOLOGIE AGILE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sprints d'une semaine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01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FONDATIONS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Schéma BDD + script 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Connexion PDO / config.py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Fonctions César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HTML/CSS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 Accueil + Inscription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737360"/>
            <a:ext cx="2651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801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Connexion + sessions Flask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 envoi/réception messages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Chat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Intégration formulaires ↔ 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37360"/>
            <a:ext cx="265176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8013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3774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Suppression compte (RGPD)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d'erreur 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 mobile/desktop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+ README + rendu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APERÇU DES PAGES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interfaces, 1 thème cohérent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74520"/>
            <a:ext cx="23774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2377440" cy="228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928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■ ■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SHADOWCOMM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743200"/>
            <a:ext cx="155448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ACCUEIL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Présentation ShadowComm + formulaire de connexion sécurisé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874520"/>
            <a:ext cx="23774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874520"/>
            <a:ext cx="2377440" cy="228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8928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■ ■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4290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SHADOWCOMM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2743200"/>
            <a:ext cx="155448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INSCRIPTION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Création de compte avec nom de code unique + case RGPD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737360"/>
            <a:ext cx="2651760" cy="30175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874520"/>
            <a:ext cx="2377440" cy="1645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874520"/>
            <a:ext cx="2377440" cy="2286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8928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■ ■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SHADOWCOMM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743200"/>
            <a:ext cx="155448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761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6364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messagerie temps réel avec messages chiffrés César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que ce projet nous a appris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 de projet agile (sprints, Kanban Notion)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Collaboration Git avec branches par fonctionnalité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Flask : routes, templates Jinja2, Blueprints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Sécurité web : hashage bcrypt, sessions, injection SQL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Chiffrement César : implémentation et intégration BDD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sémantique + CSS avancé (variables, flexbox)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256032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874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TÂCHES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256032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256032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22860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ACCOMPLIE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ShadowComm - Présentation</dc:title>
  <dc:subject>PptxGenJS Presentation</dc:subject>
  <dc:creator>PptxGenJS</dc:creator>
  <cp:lastModifiedBy>PptxGenJS</cp:lastModifiedBy>
  <cp:revision>1</cp:revision>
  <dcterms:created xsi:type="dcterms:W3CDTF">2026-03-27T13:17:23Z</dcterms:created>
  <dcterms:modified xsi:type="dcterms:W3CDTF">2026-03-27T13:17:23Z</dcterms:modified>
</cp:coreProperties>
</file>